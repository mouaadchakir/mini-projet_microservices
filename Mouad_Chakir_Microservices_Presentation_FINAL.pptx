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Microservices-based Hospital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Nom &amp; Prénom: Mouad Chakir</a:t>
            </a:r>
          </a:p>
          <a:p>
            <a:r>
              <a:t>Établissement: Faculté Ibn Tofaïl – Kénitra</a:t>
            </a:r>
          </a:p>
          <a:p>
            <a:r>
              <a:t>Année universitaire 2025–2026</a:t>
            </a:r>
          </a:p>
          <a:p>
            <a:r>
              <a:t>Encadrant: M. Tarik Boudaa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hôpitaux utilisent des systèmes complexes.</a:t>
            </a:r>
          </a:p>
          <a:p>
            <a:r>
              <a:t>Besoin d’architectures scalables et tolérantes aux pannes.</a:t>
            </a:r>
          </a:p>
          <a:p>
            <a:r>
              <a:t>Les microservices permettent la séparation des responsabilités, une meilleure disponibilité et une maintenance facilitée.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Décomposition en microservices</a:t>
            </a:r>
          </a:p>
          <a:p>
            <a:r>
              <a:t>• Service Discovery avec Eureka</a:t>
            </a:r>
          </a:p>
          <a:p>
            <a:r>
              <a:t>• API Gateway</a:t>
            </a:r>
          </a:p>
          <a:p>
            <a:r>
              <a:t>• Config Server</a:t>
            </a:r>
          </a:p>
          <a:p>
            <a:r>
              <a:t>• Communication REST</a:t>
            </a:r>
          </a:p>
          <a:p>
            <a:r>
              <a:t>• Résilience (Circuit Breaker, Retry, Fallback)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distribuée basée sur Spring Cloud.</a:t>
            </a:r>
          </a:p>
          <a:p>
            <a:r>
              <a:t>Microservices métiers + Services d’infrastructure + Bases MySQL séparées.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Java, Spring Boot, Spring Cloud, Eureka, API Gateway,</a:t>
            </a:r>
          </a:p>
          <a:p>
            <a:r>
              <a:t>Config Server, REST, OpenFeign, Resilience4j, MySQL.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Gestion des patients:</a:t>
            </a:r>
          </a:p>
          <a:p>
            <a:r>
              <a:t>Ajouter patient, Voir patient, Lister patients.</a:t>
            </a:r>
          </a:p>
          <a:p>
            <a:r>
              <a:t>Service autonome.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Appointment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Gestion des rendez-vous médicaux.</a:t>
            </a:r>
          </a:p>
          <a:p>
            <a:r>
              <a:t>Dépend du Patient Service.</a:t>
            </a:r>
          </a:p>
          <a:p>
            <a:r>
              <a:t>Communication via Feign.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Record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Gestion des dossiers médicaux.</a:t>
            </a:r>
          </a:p>
          <a:p>
            <a:r>
              <a:t>Historique et diagnostics.</a:t>
            </a:r>
          </a:p>
          <a:p>
            <a:r>
              <a:t>Dépend du Patient 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inter-services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 APIs, JSON, OpenFeign,</a:t>
            </a:r>
          </a:p>
          <a:p>
            <a:r>
              <a:t>Service Discovery avec Eureka,</a:t>
            </a:r>
          </a:p>
          <a:p>
            <a:r>
              <a:t>Routage via API Gateway.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Résilience du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Implémentation avec Resilience4j:</a:t>
            </a:r>
          </a:p>
          <a:p>
            <a:r>
              <a:t>Circuit Breaker, Retry, Timeout, Fallback.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de panne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 Patient Service tombe en panne:</a:t>
            </a:r>
          </a:p>
          <a:p>
            <a:r>
              <a:t>Les autres services continuent.</a:t>
            </a:r>
          </a:p>
          <a:p>
            <a:r>
              <a:t>Retour du message fallback contrôlé.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Chaque microservice possède sa propre base MySQL.</a:t>
            </a:r>
          </a:p>
          <a:p>
            <a:r>
              <a:t>Isolation des données.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Eureka Dashboard</a:t>
            </a:r>
          </a:p>
          <a:p>
            <a:r>
              <a:t>Tests API Gateway</a:t>
            </a:r>
          </a:p>
          <a:p>
            <a:r>
              <a:t>Création patient</a:t>
            </a:r>
          </a:p>
          <a:p>
            <a:r>
              <a:t>Création RDV</a:t>
            </a:r>
          </a:p>
          <a:p>
            <a:r>
              <a:t>Test fallback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obtenus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distribuée fonctionnelle.</a:t>
            </a:r>
          </a:p>
          <a:p>
            <a:r>
              <a:t>Communication entre services.</a:t>
            </a:r>
          </a:p>
          <a:p>
            <a:r>
              <a:t>Gestion des pannes.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microservices améliorent scalabilité, résilience et maintenance.</a:t>
            </a:r>
          </a:p>
          <a:p>
            <a:r>
              <a:t>Spring Cloud facilite cette architecture.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01168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Patient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371600"/>
            <a:ext cx="201168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Appointment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01168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Medical Record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200400"/>
            <a:ext cx="2011680" cy="73152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Eureka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200400"/>
            <a:ext cx="2011680" cy="73152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200400"/>
            <a:ext cx="2011680" cy="73152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Config Server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